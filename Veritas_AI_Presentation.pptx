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2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akenewsdetector-mquvolhshspvhjm6efthjm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633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pic>
        <p:nvPicPr>
          <p:cNvPr id="4" name="Image 0" descr="icons/shield_0E7C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589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D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Fake News Detection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D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Real-Time Web Verification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LLM reasoning with live search to verify claims as they break — not months after training data was collected.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18288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Sriram S</a:t>
            </a:r>
            <a:r>
              <a:rPr lang="en-US" sz="13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AI &amp; Data Science Engineer  •  Panimalar Engineering College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6309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github.com/sriram263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of Modern Fact-Checking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AI models fall short against fast-moving misinformation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5F7F8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6" name="Image 0" descr="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659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35000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 cannot verify breaking news — their training data is frozen at a fixed point in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657600"/>
            <a:ext cx="640080" cy="64008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1" name="Image 1" descr="icons/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8130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4747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20240" y="385876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often invent plausible-sounding facts when asked about events outside their training data.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5F7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5166360"/>
            <a:ext cx="640080" cy="64008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6" name="Image 2" descr="icons/z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53218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9834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of Fake News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536752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across social platforms far faster than any human fact-checking team can respond.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  |  Agentic Fact-Checking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Veritas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searches, reasons, and verifies — in one pass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214884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700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Retrieval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queries live news sources via Tavily RAG to gather the last 365 days of evidence.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4708" y="214884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icons/cpu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23408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32004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Judge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9432" y="374904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Claude-3-Haiku parses the retrieved evidence and reasons about consistency with the claim.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82880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49740" y="214884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icons/layou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764" y="23408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8744" y="32004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Verdicts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84464" y="374904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readability through REAL / FAKE / UNCERTAIN cards with a confidence score.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  |  Agentic Fact-Checking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end to end, from a headline to a verdict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5F7F8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697480"/>
            <a:ext cx="731520" cy="73152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6" name="Image 0" descr="icons/cha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28620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or claim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46120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56616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5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269748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8620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(Runner)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70332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fetches top 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articles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35040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35508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5F7F8"/>
          </a:solidFill>
          <a:ln/>
        </p:spPr>
      </p:sp>
      <p:sp>
        <p:nvSpPr>
          <p:cNvPr id="17" name="Shape 13"/>
          <p:cNvSpPr/>
          <p:nvPr/>
        </p:nvSpPr>
        <p:spPr>
          <a:xfrm>
            <a:off x="7223760" y="2697480"/>
            <a:ext cx="731520" cy="73152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18" name="Image 2" descr="icons/cpu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8620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(Judge)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9224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Claude-3-Haiku weighs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vs. claim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23960" y="28803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144000" y="237744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5F7F8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12680" y="2697480"/>
            <a:ext cx="731520" cy="73152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24" name="Image 3" descr="icons/layou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272" y="286207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81160" y="3931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renders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card or chat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Chat Mode: </a:t>
            </a: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 and general questions are answered naturally, ignoring search results.
</a:t>
            </a: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Verification Mode: </a:t>
            </a: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claims are parsed into a structured JSON response inside &lt;VERDICT_JSON&gt; tags.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  |  Agentic Fact-Checking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Core Integrations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9164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icons/layou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83794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184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19202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Wide-layout responsive UI with a custom CSS injector for verdict cards and animations.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69164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icons/cpu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183794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184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API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19202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→ Claude-3-Haiku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537960" y="2377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completion endpoint used as the cognitive judge over retrieved evidence.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703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397764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icons/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12394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9044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42062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tavily-python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914400" y="4663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News-optimized search client returning clean titles, URLs, and snippets for grounding.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63640" y="37033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37960" y="397764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3" descr="icons/datab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123944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39044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Logic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315200" y="42062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3.10+, BeautifulSoup, dotenv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537960" y="4663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session logs, strips HTML for exports, and manages configuration/secrets.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  |  Agentic Fact-Checking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Intent Classification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two response formats — no separate classifier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5F7F8"/>
          </a:solidFill>
          <a:ln/>
        </p:spPr>
      </p:sp>
      <p:pic>
        <p:nvPicPr>
          <p:cNvPr id="5" name="Image 0" descr="icons/chat_1024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Chat Mode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 or general questions (“Hi”, “Who are you?”) get a natural, friendly plain-text reply — search results are ignored entirely.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5F7F8"/>
          </a:solidFill>
          <a:ln/>
        </p:spPr>
      </p:sp>
      <p:pic>
        <p:nvPicPr>
          <p:cNvPr id="9" name="Image 1" descr="icons/shield_0E7C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Verification Mode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92240" y="21945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claims trigger a structured response wrapped in &lt;VERDICT_JSON&gt; tags — verdict, confidence score, and cited sources.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703320"/>
            <a:ext cx="5257800" cy="2468880"/>
          </a:xfrm>
          <a:prstGeom prst="rect">
            <a:avLst/>
          </a:prstGeom>
          <a:solidFill>
            <a:srgbClr val="EDEFF1"/>
          </a:solidFill>
          <a:ln w="12700">
            <a:solidFill>
              <a:srgbClr val="AEB8C2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822960" y="46634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chat bubble response to a casual greeting like “Hi, who are you?”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63640" y="3703320"/>
            <a:ext cx="5257800" cy="2468880"/>
          </a:xfrm>
          <a:prstGeom prst="rect">
            <a:avLst/>
          </a:prstGeom>
          <a:solidFill>
            <a:srgbClr val="EDEFF1"/>
          </a:solidFill>
          <a:ln w="12700">
            <a:solidFill>
              <a:srgbClr val="AEB8C2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6446520" y="46634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color-coded verdict card generated for a factual news claim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  |  Agentic Fact-Checking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9BC092-0E86-0CC3-CC5F-C050B6D0C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75875"/>
            <a:ext cx="5303520" cy="29163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F0E441-2DE6-C0A1-118D-5AD764652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575875"/>
            <a:ext cx="5288280" cy="29163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Control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4" name="Image 0" descr="icons/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45336"/>
            <a:ext cx="246888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35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Counters  —  </a:t>
            </a: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 for claims checked, verified real, and flagged fake.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7" name="Image 1" descr="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322576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2128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/ Save  —  </a:t>
            </a: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session instantly, or export a full plaintext transcript.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0" name="Image 2" descr="icons/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099816"/>
            <a:ext cx="246888" cy="2468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99008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 —  </a:t>
            </a: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timezones (e.g. India/Kolkata, US/Pacific) with a live clock.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40080" y="3886200"/>
            <a:ext cx="5349240" cy="2331720"/>
          </a:xfrm>
          <a:prstGeom prst="rect">
            <a:avLst/>
          </a:prstGeom>
          <a:solidFill>
            <a:srgbClr val="EDEFF1"/>
          </a:solidFill>
          <a:ln w="12700">
            <a:solidFill>
              <a:srgbClr val="AEB8C2"/>
            </a:solidFill>
            <a:prstDash val="dash"/>
          </a:ln>
        </p:spPr>
      </p:sp>
      <p:sp>
        <p:nvSpPr>
          <p:cNvPr id="13" name="Text 8"/>
          <p:cNvSpPr/>
          <p:nvPr/>
        </p:nvSpPr>
        <p:spPr>
          <a:xfrm>
            <a:off x="822960" y="47777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left sidebar showing live session counters and controls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217920" y="1417320"/>
            <a:ext cx="5303520" cy="4800600"/>
          </a:xfrm>
          <a:prstGeom prst="rect">
            <a:avLst/>
          </a:prstGeom>
          <a:solidFill>
            <a:srgbClr val="EDEFF1"/>
          </a:solidFill>
          <a:ln w="12700">
            <a:solidFill>
              <a:srgbClr val="AEB8C2"/>
            </a:solidFill>
            <a:prstDash val="dash"/>
          </a:ln>
        </p:spPr>
      </p:sp>
      <p:sp>
        <p:nvSpPr>
          <p:cNvPr id="15" name="Text 10"/>
          <p:cNvSpPr/>
          <p:nvPr/>
        </p:nvSpPr>
        <p:spPr>
          <a:xfrm>
            <a:off x="6400800" y="35433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full dashboard view with timezone selector and verdict history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  |  Agentic Fact-Checking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F8A94CB-4CA3-BB7B-F19B-909F3FEB5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161235"/>
            <a:ext cx="4983480" cy="63709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83AC562-9A69-BEEE-7C10-7191597A7E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40" y="3569253"/>
            <a:ext cx="5712968" cy="29656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Claims Are Classified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verdict categories, each with a distinct visual signal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1E8A5F"/>
          </a:solidFill>
          <a:ln/>
        </p:spPr>
      </p:sp>
      <p:pic>
        <p:nvPicPr>
          <p:cNvPr id="5" name="Image 0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supported by search sources, shown with a higher confidence rating.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703320"/>
            <a:ext cx="3566160" cy="2194560"/>
          </a:xfrm>
          <a:prstGeom prst="rect">
            <a:avLst/>
          </a:prstGeom>
          <a:solidFill>
            <a:srgbClr val="EDEFF1"/>
          </a:solidFill>
          <a:ln w="12700">
            <a:solidFill>
              <a:srgbClr val="AEB8C2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822960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real verdict card as rendered in the app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B23A2E"/>
          </a:solidFill>
          <a:ln/>
        </p:spPr>
      </p:sp>
      <p:pic>
        <p:nvPicPr>
          <p:cNvPr id="11" name="Image 1" descr="icons/xm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6344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contradicted by search results, with a detailed explanation of inconsistencies.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89120" y="3703320"/>
            <a:ext cx="3566160" cy="2194560"/>
          </a:xfrm>
          <a:prstGeom prst="rect">
            <a:avLst/>
          </a:prstGeom>
          <a:solidFill>
            <a:srgbClr val="EDEFF1"/>
          </a:solidFill>
          <a:ln w="12700">
            <a:solidFill>
              <a:srgbClr val="AEB8C2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4572000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fake verdict card as rendered in the app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D9822B"/>
          </a:solidFill>
          <a:ln/>
        </p:spPr>
      </p:sp>
      <p:pic>
        <p:nvPicPr>
          <p:cNvPr id="17" name="Image 2" descr="icons/ale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9659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1248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corroborating evidence found in recent news sources.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38160" y="3703320"/>
            <a:ext cx="3566160" cy="2194560"/>
          </a:xfrm>
          <a:prstGeom prst="rect">
            <a:avLst/>
          </a:prstGeom>
          <a:solidFill>
            <a:srgbClr val="EDEFF1"/>
          </a:solidFill>
          <a:ln w="12700">
            <a:solidFill>
              <a:srgbClr val="AEB8C2"/>
            </a:solidFill>
            <a:prstDash val="dash"/>
          </a:ln>
        </p:spPr>
      </p:sp>
      <p:sp>
        <p:nvSpPr>
          <p:cNvPr id="21" name="Text 16"/>
          <p:cNvSpPr/>
          <p:nvPr/>
        </p:nvSpPr>
        <p:spPr>
          <a:xfrm>
            <a:off x="8321040" y="4526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</a:t>
            </a: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uncertain verdict card as rendered in the app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  |  Agentic Fact-Checking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C00BB62-EFDD-D5B5-2AEF-CDC89023F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570592"/>
            <a:ext cx="3728839" cy="246001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371FF1B-92CB-8A9C-5AC6-6A16DE99E5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8919" y="3570592"/>
            <a:ext cx="3633168" cy="246001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C8BED20-24F9-FEFC-8B47-B9DDAFF2D6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566160"/>
            <a:ext cx="3567401" cy="24644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Veritas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goes from 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2788920"/>
            <a:ext cx="9784080" cy="0"/>
          </a:xfrm>
          <a:prstGeom prst="line">
            <a:avLst/>
          </a:prstGeom>
          <a:noFill/>
          <a:ln w="25400">
            <a:solidFill>
              <a:srgbClr val="C7D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05940" y="2560320"/>
            <a:ext cx="457200" cy="45720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5F7F8"/>
            </a:solidFill>
            <a:prstDash val="solid"/>
          </a:ln>
        </p:spPr>
      </p:sp>
      <p:pic>
        <p:nvPicPr>
          <p:cNvPr id="6" name="Image 0" descr="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524" y="26609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Consensus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Claude, Llama-3, and GPT-4, then vote on the final verdict.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85716" y="2560320"/>
            <a:ext cx="457200" cy="45720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5F7F8"/>
            </a:solidFill>
            <a:prstDash val="solid"/>
          </a:ln>
        </p:spPr>
      </p:sp>
      <p:pic>
        <p:nvPicPr>
          <p:cNvPr id="10" name="Image 1" descr="icons/ima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66090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7016" y="3246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Video Verification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94176" y="38404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checks to catch deepfakes and altered graphics.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365492" y="2560320"/>
            <a:ext cx="457200" cy="45720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5F7F8"/>
            </a:solidFill>
            <a:prstDash val="solid"/>
          </a:ln>
        </p:spPr>
      </p:sp>
      <p:pic>
        <p:nvPicPr>
          <p:cNvPr id="14" name="Image 2" descr="icons/cha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266090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36792" y="3246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Listeners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73952" y="38404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Auto-ingest trending headlines from platform APIs like X or Reddit.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10145268" y="2560320"/>
            <a:ext cx="457200" cy="45720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5F7F8"/>
            </a:solidFill>
            <a:prstDash val="solid"/>
          </a:ln>
        </p:spPr>
      </p:sp>
      <p:pic>
        <p:nvPicPr>
          <p:cNvPr id="18" name="Image 3" descr="icons/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5852" y="266090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6568" y="3246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253728" y="38404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plotting verdict distribution and accuracy trends over time.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Veritas AI  |  Agentic Fact-Checking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6335A"/>
          </a:solidFill>
          <a:ln/>
        </p:spPr>
      </p:sp>
      <p:pic>
        <p:nvPicPr>
          <p:cNvPr id="3" name="Image 0" descr="icons/shield_0E7C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920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Empowering Information Integrity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194560" y="2697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agentic fact-checking, bridging the gap between static LLM reasoning and the live web.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175504" y="3566160"/>
            <a:ext cx="18288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D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Sriram S</a:t>
            </a:r>
            <a:r>
              <a:rPr lang="en-US" sz="12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github.com/sriram263  •  anusriram2706@gmail.com</a:t>
            </a:r>
            <a:endParaRPr lang="en-US" sz="1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99FC495-6F06-2770-495C-B6401D8650FF}"/>
              </a:ext>
            </a:extLst>
          </p:cNvPr>
          <p:cNvSpPr/>
          <p:nvPr/>
        </p:nvSpPr>
        <p:spPr>
          <a:xfrm>
            <a:off x="2761861" y="4617720"/>
            <a:ext cx="149849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D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Link:</a:t>
            </a:r>
            <a:endParaRPr lang="en-US" sz="2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6CCE7C9-01F3-4478-6052-25ED4D6AC867}"/>
              </a:ext>
            </a:extLst>
          </p:cNvPr>
          <p:cNvSpPr/>
          <p:nvPr/>
        </p:nvSpPr>
        <p:spPr>
          <a:xfrm>
            <a:off x="4133460" y="4572000"/>
            <a:ext cx="53744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https://fakenewsdetector-mquvolhshspvhjm6efthjm.streamlit.app/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794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sriram ram</cp:lastModifiedBy>
  <cp:revision>4</cp:revision>
  <dcterms:created xsi:type="dcterms:W3CDTF">2026-07-20T12:10:03Z</dcterms:created>
  <dcterms:modified xsi:type="dcterms:W3CDTF">2026-07-20T15:05:24Z</dcterms:modified>
</cp:coreProperties>
</file>